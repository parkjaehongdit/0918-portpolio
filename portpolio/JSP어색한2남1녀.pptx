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314" r:id="rId2"/>
    <p:sldId id="305" r:id="rId3"/>
    <p:sldId id="301" r:id="rId4"/>
    <p:sldId id="317" r:id="rId5"/>
    <p:sldId id="319" r:id="rId6"/>
    <p:sldId id="320" r:id="rId7"/>
    <p:sldId id="321" r:id="rId8"/>
    <p:sldId id="270" r:id="rId9"/>
    <p:sldId id="322" r:id="rId10"/>
    <p:sldId id="333" r:id="rId11"/>
    <p:sldId id="323" r:id="rId12"/>
    <p:sldId id="332" r:id="rId13"/>
    <p:sldId id="334" r:id="rId14"/>
    <p:sldId id="324" r:id="rId15"/>
    <p:sldId id="335" r:id="rId16"/>
    <p:sldId id="330" r:id="rId17"/>
    <p:sldId id="326" r:id="rId18"/>
    <p:sldId id="328" r:id="rId19"/>
    <p:sldId id="331" r:id="rId20"/>
    <p:sldId id="325" r:id="rId21"/>
    <p:sldId id="329" r:id="rId22"/>
    <p:sldId id="258" r:id="rId23"/>
  </p:sldIdLst>
  <p:sldSz cx="12192000" cy="6858000"/>
  <p:notesSz cx="6858000" cy="9144000"/>
  <p:embeddedFontLst>
    <p:embeddedFont>
      <p:font typeface="맑은 고딕" panose="020B0503020000020004" pitchFamily="50" charset="-127"/>
      <p:regular r:id="rId24"/>
      <p:bold r:id="rId25"/>
    </p:embeddedFont>
    <p:embeddedFont>
      <p:font typeface="나눔바른고딕" panose="020B0600000101010101" charset="-127"/>
      <p:regular r:id="rId26"/>
      <p:bold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ebyeol Yu" initials="SY" lastIdx="1" clrIdx="0">
    <p:extLst>
      <p:ext uri="{19B8F6BF-5375-455C-9EA6-DF929625EA0E}">
        <p15:presenceInfo xmlns:p15="http://schemas.microsoft.com/office/powerpoint/2012/main" userId="98481ea3cdcca73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1E9"/>
    <a:srgbClr val="F8F8F8"/>
    <a:srgbClr val="FEFDFC"/>
    <a:srgbClr val="FFFDFB"/>
    <a:srgbClr val="F7F7F7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103" autoAdjust="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6691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288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nesoy.github.io/articles/2017-05/mysql-UTF8" TargetMode="External"/><Relationship Id="rId2" Type="http://schemas.openxmlformats.org/officeDocument/2006/relationships/hyperlink" Target="https://www.youtube.com/watch?v=wEIBDHfoMBg&amp;list=PLRx0vPvlEmdAZv_okJzox5wj2gG_fNh_6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alba.co.kr/" TargetMode="External"/><Relationship Id="rId5" Type="http://schemas.openxmlformats.org/officeDocument/2006/relationships/hyperlink" Target="https://all-record.tistory.com/114" TargetMode="External"/><Relationship Id="rId4" Type="http://schemas.openxmlformats.org/officeDocument/2006/relationships/hyperlink" Target="http://blog.naver.com/PostView.nhn?blogId=ktw3722&amp;logNo=220693987046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813210" y="1959532"/>
            <a:ext cx="430117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spc="-3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어색한 </a:t>
            </a:r>
            <a:r>
              <a:rPr lang="en-US" altLang="ko-KR" b="1" spc="-3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b="1" spc="-3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</a:t>
            </a:r>
            <a:r>
              <a:rPr lang="en-US" altLang="ko-KR" b="1" spc="-3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1" spc="-3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녀</a:t>
            </a:r>
            <a:endParaRPr lang="en-US" altLang="ko-KR" b="1" spc="-300" dirty="0" smtClean="0">
              <a:solidFill>
                <a:schemeClr val="accent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4800" b="1" spc="-3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JSP</a:t>
            </a:r>
            <a:r>
              <a:rPr lang="ko-KR" altLang="en-US" sz="4800" b="1" spc="-3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팀 프로젝트</a:t>
            </a:r>
            <a:endParaRPr lang="en-US" altLang="ko-KR" sz="4800" b="1" spc="-300" dirty="0" smtClean="0">
              <a:solidFill>
                <a:schemeClr val="accent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4400" b="1" spc="-3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갑  을 </a:t>
            </a:r>
            <a:endParaRPr lang="en-US" altLang="ko-KR" sz="4400" b="1" spc="-300" dirty="0" smtClean="0">
              <a:solidFill>
                <a:schemeClr val="accent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200" b="1" spc="-3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200" b="1" spc="-3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구인구직 웹사이트</a:t>
            </a:r>
            <a:r>
              <a:rPr lang="en-US" altLang="ko-KR" sz="3200" b="1" spc="-3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ctr">
              <a:lnSpc>
                <a:spcPct val="150000"/>
              </a:lnSpc>
            </a:pPr>
            <a:endParaRPr lang="ko-KR" altLang="en-US" sz="3200" b="1" spc="-300" dirty="0">
              <a:solidFill>
                <a:schemeClr val="accent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37729" y="4492737"/>
            <a:ext cx="31918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201753005 </a:t>
            </a:r>
            <a:r>
              <a:rPr lang="ko-KR" altLang="en-US" sz="16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박재홍</a:t>
            </a:r>
            <a:endParaRPr lang="en-US" altLang="ko-KR" sz="1600" dirty="0" smtClean="0">
              <a:solidFill>
                <a:schemeClr val="accent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6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201412371 </a:t>
            </a:r>
            <a:r>
              <a:rPr lang="ko-KR" altLang="en-US" sz="16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김환석</a:t>
            </a:r>
            <a:endParaRPr lang="en-US" altLang="ko-KR" sz="1600" dirty="0" smtClean="0">
              <a:solidFill>
                <a:schemeClr val="accent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6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201720632 </a:t>
            </a:r>
            <a:r>
              <a:rPr lang="ko-KR" altLang="en-US" sz="16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박소영</a:t>
            </a:r>
            <a:endParaRPr lang="en-US" altLang="ko-KR" sz="1600" dirty="0" smtClean="0">
              <a:solidFill>
                <a:schemeClr val="accent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882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 flipH="1">
            <a:off x="11374568" y="0"/>
            <a:ext cx="579033" cy="1227831"/>
            <a:chOff x="1066216" y="0"/>
            <a:chExt cx="2336201" cy="4953878"/>
          </a:xfrm>
          <a:effectLst>
            <a:outerShdw dist="12700" dir="2700000" algn="tl" rotWithShape="0">
              <a:schemeClr val="accent4">
                <a:lumMod val="10000"/>
                <a:alpha val="40000"/>
              </a:schemeClr>
            </a:outerShdw>
          </a:effectLst>
        </p:grpSpPr>
        <p:sp>
          <p:nvSpPr>
            <p:cNvPr id="36" name="오각형 35"/>
            <p:cNvSpPr/>
            <p:nvPr/>
          </p:nvSpPr>
          <p:spPr>
            <a:xfrm rot="5400000">
              <a:off x="-242622" y="1308838"/>
              <a:ext cx="4953878" cy="2336201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5" name="그림 3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186" t="85302" r="14157" b="-2883"/>
            <a:stretch/>
          </p:blipFill>
          <p:spPr>
            <a:xfrm>
              <a:off x="1599638" y="2337232"/>
              <a:ext cx="598243" cy="1334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" name="TextBox 38"/>
          <p:cNvSpPr txBox="1"/>
          <p:nvPr/>
        </p:nvSpPr>
        <p:spPr>
          <a:xfrm>
            <a:off x="817846" y="1227831"/>
            <a:ext cx="1803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400" b="1" dirty="0">
              <a:solidFill>
                <a:schemeClr val="accent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803633" y="1102690"/>
            <a:ext cx="185788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354003" y="602188"/>
            <a:ext cx="5358063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lang="en-US" altLang="ko-KR" sz="2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02. </a:t>
            </a:r>
            <a:r>
              <a:rPr lang="ko-KR" altLang="en-US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개발환경</a:t>
            </a:r>
            <a:endParaRPr lang="en-US" altLang="ko-KR" sz="2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03. </a:t>
            </a:r>
            <a:r>
              <a:rPr lang="ko-KR" altLang="en-US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사이트 </a:t>
            </a:r>
            <a:r>
              <a:rPr lang="ko-KR" altLang="en-US" sz="2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맵</a:t>
            </a:r>
            <a:endParaRPr lang="en-US" altLang="ko-KR" sz="2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04. DB </a:t>
            </a:r>
            <a:r>
              <a:rPr lang="ko-KR" altLang="en-US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테이블</a:t>
            </a:r>
            <a:endParaRPr lang="en-US" altLang="ko-KR" sz="2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05. </a:t>
            </a:r>
            <a:r>
              <a:rPr lang="ko-KR" altLang="en-US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구현화면</a:t>
            </a:r>
            <a:endParaRPr lang="en-US" altLang="ko-KR" sz="2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06. </a:t>
            </a:r>
            <a:r>
              <a:rPr lang="ko-KR" altLang="en-US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소스코드</a:t>
            </a:r>
            <a:endParaRPr lang="en-US" altLang="ko-KR" sz="2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07. </a:t>
            </a:r>
            <a:r>
              <a:rPr lang="ko-KR" altLang="en-US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endParaRPr lang="en-US" altLang="ko-KR" sz="2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08. Q&amp;A</a:t>
            </a:r>
          </a:p>
          <a:p>
            <a:pPr marL="342900" indent="-342900">
              <a:buAutoNum type="arabicPeriod"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469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오각형 7"/>
          <p:cNvSpPr/>
          <p:nvPr/>
        </p:nvSpPr>
        <p:spPr>
          <a:xfrm rot="5400000">
            <a:off x="-780014" y="1846229"/>
            <a:ext cx="6028661" cy="2336201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schemeClr val="accent4">
                <a:lumMod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216189" y="372619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16189" y="92243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16189" y="2448004"/>
            <a:ext cx="2059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001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4709" y="3034877"/>
            <a:ext cx="2081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개요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674075" y="922439"/>
            <a:ext cx="8361405" cy="454224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392221" y="1577991"/>
            <a:ext cx="698639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</a:t>
            </a:r>
            <a:r>
              <a:rPr lang="en-US" altLang="ko-KR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게시판을 기반으로 한 구인구직 사이트</a:t>
            </a:r>
            <a:endParaRPr lang="en-US" altLang="ko-KR" sz="2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선정이유</a:t>
            </a:r>
            <a:endParaRPr lang="en-US" altLang="ko-KR" sz="2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프로젝트를 받고 가장 먼저 하는 일이 주제를 정하는 것입니다</a:t>
            </a:r>
            <a:r>
              <a:rPr lang="en-US" altLang="ko-KR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 프로젝트이기에 팀원들과 의논을 하여 어떤 주제를 할까 하며 각자 찾아보다</a:t>
            </a: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알바천국</a:t>
            </a:r>
            <a:r>
              <a:rPr lang="en-US" altLang="ko-KR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사람인</a:t>
            </a:r>
            <a:r>
              <a:rPr lang="en-US" altLang="ko-KR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000" dirty="0" err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알바몬</a:t>
            </a:r>
            <a:r>
              <a:rPr lang="ko-KR" altLang="en-US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등의 사이트를 보고 구인구직 사이트를 하면 학습에 도움이 될듯해서 정하게 되었습니다</a:t>
            </a:r>
            <a:r>
              <a:rPr lang="en-US" altLang="ko-KR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2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기대효과</a:t>
            </a: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게시판을 이용하여</a:t>
            </a:r>
            <a:r>
              <a:rPr lang="en-US" altLang="ko-KR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구직자와 기업이 좀 더 편리하고 간단하게 구인구직 활동을 할 수 있을 것으로 </a:t>
            </a:r>
            <a:r>
              <a:rPr lang="ko-KR" altLang="en-US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예상    </a:t>
            </a:r>
            <a:endParaRPr lang="en-US" altLang="ko-KR" sz="2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20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2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735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오각형 7"/>
          <p:cNvSpPr/>
          <p:nvPr/>
        </p:nvSpPr>
        <p:spPr>
          <a:xfrm rot="5400000">
            <a:off x="-780014" y="1846229"/>
            <a:ext cx="6028661" cy="2336201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schemeClr val="accent4">
                <a:lumMod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216189" y="372619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16189" y="92243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16189" y="2448004"/>
            <a:ext cx="2059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002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4709" y="3034877"/>
            <a:ext cx="2081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개발환경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603" y="4401428"/>
            <a:ext cx="2986140" cy="1691145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930" y="4362450"/>
            <a:ext cx="2978456" cy="1730123"/>
          </a:xfrm>
          <a:prstGeom prst="rect">
            <a:avLst/>
          </a:prstGeom>
        </p:spPr>
      </p:pic>
      <p:pic>
        <p:nvPicPr>
          <p:cNvPr id="1026" name="Picture 2" descr="ì´í´ë¦½ì¤ì ëí ì´ë¯¸ì§ ê²ìê²°ê³¼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7661" y="1556978"/>
            <a:ext cx="3069725" cy="16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mysql phpì ëí ì´ë¯¸ì§ ê²ìê²°ê³¼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603" y="1557600"/>
            <a:ext cx="3086732" cy="178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44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오각형 7"/>
          <p:cNvSpPr/>
          <p:nvPr/>
        </p:nvSpPr>
        <p:spPr>
          <a:xfrm rot="5400000">
            <a:off x="-780014" y="1846229"/>
            <a:ext cx="6028661" cy="2336201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schemeClr val="accent4">
                <a:lumMod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216189" y="372619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16189" y="92243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16189" y="2448004"/>
            <a:ext cx="2059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003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4709" y="3034877"/>
            <a:ext cx="2081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err="1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사이트맵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356" y="225468"/>
            <a:ext cx="7726583" cy="631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3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오각형 7"/>
          <p:cNvSpPr/>
          <p:nvPr/>
        </p:nvSpPr>
        <p:spPr>
          <a:xfrm rot="5400000">
            <a:off x="-796489" y="1864678"/>
            <a:ext cx="6028661" cy="2336201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schemeClr val="accent4">
                <a:lumMod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216189" y="372619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16189" y="92243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16189" y="2448004"/>
            <a:ext cx="2059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004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4709" y="3034877"/>
            <a:ext cx="2081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DB</a:t>
            </a:r>
            <a:r>
              <a:rPr lang="ko-KR" altLang="en-US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테이블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407" y="422698"/>
            <a:ext cx="4011832" cy="251540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406" y="3201658"/>
            <a:ext cx="4011833" cy="2539353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704" y="417655"/>
            <a:ext cx="4011833" cy="25254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704" y="3201658"/>
            <a:ext cx="4011833" cy="253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3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오각형 7"/>
          <p:cNvSpPr/>
          <p:nvPr/>
        </p:nvSpPr>
        <p:spPr>
          <a:xfrm rot="5400000">
            <a:off x="-780014" y="1846229"/>
            <a:ext cx="6028661" cy="2336201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schemeClr val="accent4">
                <a:lumMod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216189" y="372619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16189" y="92243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16189" y="2448004"/>
            <a:ext cx="2059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05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4709" y="3034877"/>
            <a:ext cx="2081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구현화</a:t>
            </a:r>
            <a:r>
              <a:rPr lang="ko-KR" altLang="en-US" sz="3200" dirty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면</a:t>
            </a:r>
          </a:p>
        </p:txBody>
      </p:sp>
    </p:spTree>
    <p:extLst>
      <p:ext uri="{BB962C8B-B14F-4D97-AF65-F5344CB8AC3E}">
        <p14:creationId xmlns:p14="http://schemas.microsoft.com/office/powerpoint/2010/main" val="170410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0" y="321392"/>
            <a:ext cx="104775" cy="790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>
            <a:off x="6096000" y="2021100"/>
            <a:ext cx="0" cy="3529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 descr="C:\Users\samsung\Desktop\메인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85" y="1217841"/>
            <a:ext cx="5267135" cy="5318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samsung\Desktop\브랜드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763" y="1184889"/>
            <a:ext cx="5267134" cy="5318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2408768" y="561969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Arial" panose="020B0604020202020204" pitchFamily="34" charset="0"/>
              </a:rPr>
              <a:t>메인 화면</a:t>
            </a:r>
            <a:endParaRPr lang="zh-CN" altLang="en-US" sz="2400" dirty="0">
              <a:latin typeface="맑은 고딕" panose="020B0503020000020004" pitchFamily="50" charset="-127"/>
              <a:ea typeface="맑은 고딕" panose="020B0503020000020004" pitchFamily="50" charset="-127"/>
              <a:sym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99259" y="5619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Arial" panose="020B0604020202020204" pitchFamily="34" charset="0"/>
              </a:rPr>
              <a:t>브랜드</a:t>
            </a:r>
            <a:endParaRPr lang="zh-CN" altLang="en-US" sz="2400" dirty="0">
              <a:latin typeface="맑은 고딕" panose="020B0503020000020004" pitchFamily="50" charset="-127"/>
              <a:ea typeface="맑은 고딕" panose="020B0503020000020004" pitchFamily="50" charset="-127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5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0" y="321392"/>
            <a:ext cx="104775" cy="790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>
            <a:off x="6096000" y="2021100"/>
            <a:ext cx="0" cy="3529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C:\Users\samsung\Desktop\로그인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828" y="1184003"/>
            <a:ext cx="5267135" cy="441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408768" y="56196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Arial" panose="020B0604020202020204" pitchFamily="34" charset="0"/>
              </a:rPr>
              <a:t>회원가입</a:t>
            </a:r>
            <a:endParaRPr lang="zh-CN" altLang="en-US" sz="2400" dirty="0">
              <a:latin typeface="맑은 고딕" panose="020B0503020000020004" pitchFamily="50" charset="-127"/>
              <a:ea typeface="맑은 고딕" panose="020B0503020000020004" pitchFamily="50" charset="-127"/>
              <a:sym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99259" y="5619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Arial" panose="020B0604020202020204" pitchFamily="34" charset="0"/>
              </a:rPr>
              <a:t>로그인</a:t>
            </a:r>
            <a:endParaRPr lang="zh-CN" altLang="en-US" sz="2400" dirty="0">
              <a:latin typeface="맑은 고딕" panose="020B0503020000020004" pitchFamily="50" charset="-127"/>
              <a:ea typeface="맑은 고딕" panose="020B0503020000020004" pitchFamily="50" charset="-127"/>
              <a:sym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1184004"/>
            <a:ext cx="5799438" cy="441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6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0" y="321392"/>
            <a:ext cx="104775" cy="790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 flipH="1">
            <a:off x="934195" y="3558749"/>
            <a:ext cx="10384594" cy="1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408768" y="561969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Arial" panose="020B0604020202020204" pitchFamily="34" charset="0"/>
              </a:rPr>
              <a:t>로그인 세션유지</a:t>
            </a:r>
            <a:endParaRPr lang="zh-CN" altLang="en-US" sz="2400" dirty="0">
              <a:latin typeface="맑은 고딕" panose="020B0503020000020004" pitchFamily="50" charset="-127"/>
              <a:ea typeface="맑은 고딕" panose="020B0503020000020004" pitchFamily="50" charset="-127"/>
              <a:sym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44" y="1662499"/>
            <a:ext cx="10638910" cy="10287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44" y="4808065"/>
            <a:ext cx="10638910" cy="1047750"/>
          </a:xfrm>
          <a:prstGeom prst="rect">
            <a:avLst/>
          </a:prstGeom>
        </p:spPr>
      </p:pic>
      <p:sp>
        <p:nvSpPr>
          <p:cNvPr id="10" name="타원 9"/>
          <p:cNvSpPr/>
          <p:nvPr/>
        </p:nvSpPr>
        <p:spPr>
          <a:xfrm>
            <a:off x="6896544" y="4580753"/>
            <a:ext cx="1285103" cy="659027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36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0" y="321392"/>
            <a:ext cx="104775" cy="790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>
            <a:off x="6096000" y="2021100"/>
            <a:ext cx="0" cy="3529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28404" y="321392"/>
            <a:ext cx="2363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mtClean="0">
                <a:latin typeface="맑은 고딕" panose="020B0503020000020004" pitchFamily="50" charset="-127"/>
                <a:ea typeface="맑은 고딕" panose="020B0503020000020004" pitchFamily="50" charset="-127"/>
                <a:sym typeface="Arial" panose="020B0604020202020204" pitchFamily="34" charset="0"/>
              </a:rPr>
              <a:t>게시판 글 목록</a:t>
            </a:r>
            <a:endParaRPr lang="en-US" altLang="ko-KR" sz="2400" dirty="0" smtClean="0">
              <a:latin typeface="맑은 고딕" panose="020B0503020000020004" pitchFamily="50" charset="-127"/>
              <a:ea typeface="맑은 고딕" panose="020B0503020000020004" pitchFamily="50" charset="-127"/>
              <a:sym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2021100"/>
            <a:ext cx="5826468" cy="342616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642" y="2021100"/>
            <a:ext cx="5930450" cy="342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0" y="321392"/>
            <a:ext cx="104775" cy="790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>
            <a:off x="6096000" y="2021100"/>
            <a:ext cx="0" cy="3529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28405" y="321392"/>
            <a:ext cx="2249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Arial" panose="020B0604020202020204" pitchFamily="34" charset="0"/>
              </a:rPr>
              <a:t>게시판 글 작성</a:t>
            </a:r>
            <a:endParaRPr lang="en-US" altLang="ko-KR" sz="2400" dirty="0" smtClean="0">
              <a:latin typeface="맑은 고딕" panose="020B0503020000020004" pitchFamily="50" charset="-127"/>
              <a:ea typeface="맑은 고딕" panose="020B0503020000020004" pitchFamily="50" charset="-127"/>
              <a:sym typeface="Arial" panose="020B060402020202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111967"/>
            <a:ext cx="5901742" cy="478549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484" y="1111967"/>
            <a:ext cx="5885995" cy="317127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868" y="4554435"/>
            <a:ext cx="4467225" cy="1343025"/>
          </a:xfrm>
          <a:prstGeom prst="rect">
            <a:avLst/>
          </a:prstGeom>
        </p:spPr>
      </p:pic>
      <p:sp>
        <p:nvSpPr>
          <p:cNvPr id="11" name="타원 10"/>
          <p:cNvSpPr/>
          <p:nvPr/>
        </p:nvSpPr>
        <p:spPr>
          <a:xfrm>
            <a:off x="9673409" y="1001026"/>
            <a:ext cx="616017" cy="375386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716841" y="4050636"/>
            <a:ext cx="616017" cy="375386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17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0" y="321392"/>
            <a:ext cx="104775" cy="790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>
            <a:off x="6096000" y="2021100"/>
            <a:ext cx="0" cy="3529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28405" y="321392"/>
            <a:ext cx="2316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smtClean="0">
                <a:latin typeface="맑은 고딕" panose="020B0503020000020004" pitchFamily="50" charset="-127"/>
                <a:ea typeface="맑은 고딕" panose="020B0503020000020004" pitchFamily="50" charset="-127"/>
                <a:sym typeface="Arial" panose="020B0604020202020204" pitchFamily="34" charset="0"/>
              </a:rPr>
              <a:t>게시판 글 수정</a:t>
            </a:r>
            <a:endParaRPr lang="en-US" altLang="ko-KR" sz="2400" dirty="0" smtClean="0">
              <a:latin typeface="맑은 고딕" panose="020B0503020000020004" pitchFamily="50" charset="-127"/>
              <a:ea typeface="맑은 고딕" panose="020B0503020000020004" pitchFamily="50" charset="-127"/>
              <a:sym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322713"/>
            <a:ext cx="5872513" cy="477794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713" y="1322713"/>
            <a:ext cx="5864992" cy="4777940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3503596" y="1222408"/>
            <a:ext cx="616017" cy="375386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3198794" y="3295051"/>
            <a:ext cx="616017" cy="375386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59861" y="5680515"/>
            <a:ext cx="1249688" cy="491567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9594801" y="1240055"/>
            <a:ext cx="616017" cy="375386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9289999" y="3312698"/>
            <a:ext cx="616017" cy="375386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6707209" y="5715812"/>
            <a:ext cx="616017" cy="375386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61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오각형 7"/>
          <p:cNvSpPr/>
          <p:nvPr/>
        </p:nvSpPr>
        <p:spPr>
          <a:xfrm rot="5400000">
            <a:off x="-780014" y="1846229"/>
            <a:ext cx="6028661" cy="2336201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schemeClr val="accent4">
                <a:lumMod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216189" y="372619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16189" y="92243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16189" y="2448004"/>
            <a:ext cx="2059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06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4709" y="3034877"/>
            <a:ext cx="2081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소스코드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891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>
            <a:off x="6096000" y="2021100"/>
            <a:ext cx="0" cy="3529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-1" y="321392"/>
            <a:ext cx="3220995" cy="790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메인화면의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자동으로 움직이는 배너</a:t>
            </a:r>
            <a:endParaRPr lang="en-US" altLang="ko-KR" sz="2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12" y="271713"/>
            <a:ext cx="4057650" cy="271211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512" y="2983833"/>
            <a:ext cx="2786012" cy="325333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1317007"/>
            <a:ext cx="5752799" cy="124331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4" y="2765361"/>
            <a:ext cx="5752799" cy="12772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74" y="4313511"/>
            <a:ext cx="5752798" cy="138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1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>
            <a:off x="6096000" y="2021100"/>
            <a:ext cx="0" cy="3529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-1" y="321392"/>
            <a:ext cx="3220995" cy="790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 연결하는 </a:t>
            </a:r>
            <a:r>
              <a:rPr lang="ko-KR" altLang="en-US" sz="20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자바빈</a:t>
            </a:r>
            <a:endParaRPr lang="en-US" altLang="ko-KR" sz="2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클래스 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702" y="2021100"/>
            <a:ext cx="5488617" cy="341713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4" y="2021100"/>
            <a:ext cx="5839193" cy="295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6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-1" y="321392"/>
            <a:ext cx="3220995" cy="790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로그아웃 처리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6096000" y="2021100"/>
            <a:ext cx="0" cy="3529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583" y="2278942"/>
            <a:ext cx="4477541" cy="261021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06" y="2278942"/>
            <a:ext cx="4734586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30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1" y="321392"/>
            <a:ext cx="3220995" cy="790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496" y="1831861"/>
            <a:ext cx="8219633" cy="389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5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>
            <a:off x="6096000" y="2021100"/>
            <a:ext cx="0" cy="3529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-1" y="321392"/>
            <a:ext cx="3220995" cy="790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게시글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작성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387" y="2021100"/>
            <a:ext cx="5238671" cy="338184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71" y="2557368"/>
            <a:ext cx="4667901" cy="230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0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오각형 7"/>
          <p:cNvSpPr/>
          <p:nvPr/>
        </p:nvSpPr>
        <p:spPr>
          <a:xfrm rot="5400000">
            <a:off x="-780014" y="1846229"/>
            <a:ext cx="6028661" cy="2336201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schemeClr val="accent4">
                <a:lumMod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216189" y="4585515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16189" y="92243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16189" y="2448004"/>
            <a:ext cx="2059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07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64301" y="3102861"/>
            <a:ext cx="138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출처</a:t>
            </a:r>
            <a:endParaRPr lang="en-US" altLang="ko-KR" sz="3200" dirty="0" smtClean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00502" y="793360"/>
            <a:ext cx="836336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/>
              </a:rPr>
              <a:t>https://</a:t>
            </a:r>
            <a:r>
              <a:rPr lang="en-US" altLang="ko-KR" dirty="0" smtClean="0">
                <a:hlinkClick r:id="rId2"/>
              </a:rPr>
              <a:t>www.youtube.com/watch?v=wEIBDHfoMBg&amp;list=PLRx0vPvlEmdAZv_okJzox5wj2gG_fNh_6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err="1" smtClean="0"/>
              <a:t>동빈나의</a:t>
            </a:r>
            <a:r>
              <a:rPr lang="ko-KR" altLang="en-US" dirty="0" smtClean="0"/>
              <a:t> 게시판 만들기 강좌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r>
              <a:rPr lang="en-US" altLang="ko-KR" dirty="0">
                <a:hlinkClick r:id="rId3"/>
              </a:rPr>
              <a:t>https://</a:t>
            </a:r>
            <a:r>
              <a:rPr lang="en-US" altLang="ko-KR" dirty="0" smtClean="0">
                <a:hlinkClick r:id="rId3"/>
              </a:rPr>
              <a:t>nesoy.github.io/articles/2017-05/mysql-UTF8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DB</a:t>
            </a:r>
            <a:r>
              <a:rPr lang="ko-KR" altLang="en-US" dirty="0" smtClean="0"/>
              <a:t>한글 깨짐 현상 해결하기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r>
              <a:rPr lang="en-US" altLang="ko-KR" dirty="0">
                <a:hlinkClick r:id="rId4"/>
              </a:rPr>
              <a:t>http://</a:t>
            </a:r>
            <a:r>
              <a:rPr lang="en-US" altLang="ko-KR" dirty="0" smtClean="0">
                <a:hlinkClick r:id="rId4"/>
              </a:rPr>
              <a:t>blog.naver.com/PostView.nhn?blogId=ktw3722&amp;logNo=220693987046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세션유지에 관한 내용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r>
              <a:rPr lang="en-US" altLang="ko-KR" dirty="0">
                <a:hlinkClick r:id="rId5"/>
              </a:rPr>
              <a:t>https://</a:t>
            </a:r>
            <a:r>
              <a:rPr lang="en-US" altLang="ko-KR" dirty="0" smtClean="0">
                <a:hlinkClick r:id="rId5"/>
              </a:rPr>
              <a:t>all-record.tistory.com/114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회원가입에 관한 내용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>
                <a:hlinkClick r:id="rId6"/>
              </a:rPr>
              <a:t>http://www.alba.co.kr</a:t>
            </a:r>
            <a:r>
              <a:rPr lang="en-US" altLang="ko-KR" dirty="0" smtClean="0">
                <a:hlinkClick r:id="rId6"/>
              </a:rPr>
              <a:t>/</a:t>
            </a:r>
            <a:endParaRPr lang="en-US" altLang="ko-KR" dirty="0" smtClean="0"/>
          </a:p>
          <a:p>
            <a:r>
              <a:rPr lang="en-US" altLang="ko-KR" dirty="0" smtClean="0"/>
              <a:t>-  </a:t>
            </a:r>
            <a:r>
              <a:rPr lang="ko-KR" altLang="en-US" dirty="0" smtClean="0"/>
              <a:t>디자인</a:t>
            </a:r>
            <a:r>
              <a:rPr lang="en-US" altLang="ko-KR" dirty="0"/>
              <a:t> </a:t>
            </a:r>
            <a:r>
              <a:rPr lang="ko-KR" altLang="en-US" dirty="0" smtClean="0"/>
              <a:t>참고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770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오각형 7"/>
          <p:cNvSpPr/>
          <p:nvPr/>
        </p:nvSpPr>
        <p:spPr>
          <a:xfrm rot="5400000">
            <a:off x="-780014" y="1846229"/>
            <a:ext cx="6028661" cy="2336201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dist="38100" dir="2700000" algn="tl" rotWithShape="0">
              <a:schemeClr val="accent4">
                <a:lumMod val="1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216189" y="372619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216189" y="922439"/>
            <a:ext cx="2059864" cy="0"/>
          </a:xfrm>
          <a:prstGeom prst="line">
            <a:avLst/>
          </a:prstGeom>
          <a:solidFill>
            <a:schemeClr val="accent2"/>
          </a:solidFill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16189" y="1681883"/>
            <a:ext cx="2059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08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93644" y="2178140"/>
            <a:ext cx="20813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소감 및</a:t>
            </a:r>
            <a:endParaRPr lang="en-US" altLang="ko-KR" sz="3200" dirty="0" smtClean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  <a:p>
            <a:r>
              <a:rPr lang="en-US" altLang="ko-KR" sz="3200" dirty="0" smtClean="0">
                <a:solidFill>
                  <a:schemeClr val="bg1"/>
                </a:solidFill>
                <a:latin typeface="Adobe 고딕 Std B" pitchFamily="34" charset="-127"/>
                <a:ea typeface="Adobe 고딕 Std B" pitchFamily="34" charset="-127"/>
              </a:rPr>
              <a:t>Q&amp;A</a:t>
            </a:r>
            <a:endParaRPr lang="ko-KR" altLang="en-US" sz="3200" dirty="0">
              <a:solidFill>
                <a:schemeClr val="bg1"/>
              </a:solidFill>
              <a:latin typeface="Adobe 고딕 Std B" pitchFamily="34" charset="-127"/>
              <a:ea typeface="Adobe 고딕 Std B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900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782019" y="2912930"/>
            <a:ext cx="4826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lang="en-US" altLang="ko-KR" sz="7200" dirty="0">
              <a:solidFill>
                <a:schemeClr val="accent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825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오늘의PPT색상테마046_상큼오렌지">
      <a:dk1>
        <a:srgbClr val="3A3838"/>
      </a:dk1>
      <a:lt1>
        <a:srgbClr val="FFFFFF"/>
      </a:lt1>
      <a:dk2>
        <a:srgbClr val="8A8686"/>
      </a:dk2>
      <a:lt2>
        <a:srgbClr val="F2F2F2"/>
      </a:lt2>
      <a:accent1>
        <a:srgbClr val="DC6721"/>
      </a:accent1>
      <a:accent2>
        <a:srgbClr val="F8B03A"/>
      </a:accent2>
      <a:accent3>
        <a:srgbClr val="FFD37C"/>
      </a:accent3>
      <a:accent4>
        <a:srgbClr val="FBE4C2"/>
      </a:accent4>
      <a:accent5>
        <a:srgbClr val="F6CAE2"/>
      </a:accent5>
      <a:accent6>
        <a:srgbClr val="FF77C2"/>
      </a:accent6>
      <a:hlink>
        <a:srgbClr val="2B2929"/>
      </a:hlink>
      <a:folHlink>
        <a:srgbClr val="2B2929"/>
      </a:folHlink>
    </a:clrScheme>
    <a:fontScheme name="사용자 지정 2">
      <a:majorFont>
        <a:latin typeface="Arial"/>
        <a:ea typeface="나눔바른고딕"/>
        <a:cs typeface=""/>
      </a:majorFont>
      <a:minorFont>
        <a:latin typeface="Arial"/>
        <a:ea typeface="나눔바른고딕 Ul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1829</TotalTime>
  <Words>203</Words>
  <Application>Microsoft Office PowerPoint</Application>
  <PresentationFormat>와이드스크린</PresentationFormat>
  <Paragraphs>69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맑은 고딕</vt:lpstr>
      <vt:lpstr>Adobe 고딕 Std B</vt:lpstr>
      <vt:lpstr>나눔바른고딕 UltraLight</vt:lpstr>
      <vt:lpstr>나눔바른고딕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asus</cp:lastModifiedBy>
  <cp:revision>154</cp:revision>
  <dcterms:created xsi:type="dcterms:W3CDTF">2015-04-14T11:49:33Z</dcterms:created>
  <dcterms:modified xsi:type="dcterms:W3CDTF">2019-06-25T17:11:09Z</dcterms:modified>
</cp:coreProperties>
</file>